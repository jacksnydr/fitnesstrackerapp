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bdc4b11f_0_1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bdc4b11f_0_1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6bdc4b11f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6bdc4b11f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6bdc4b11f_0_1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6bdc4b11f_0_1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6bdc4b11f_0_1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6bdc4b11f_0_1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bdc4b11f_0_1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6bdc4b11f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6bdc4b11f_0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6bdc4b11f_0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Fitness Tracker App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Snyder &amp; Trevor Lough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Our Fitness Tracker app has 5 main views, embedded in a tab view, and these are: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Workout View (to add workouts to your log)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History View (to see, edit, and delete your workouts log)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Progess View (to track progress by exercise)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Measurement View (to track your body measurements progress: weight, BF%, etc)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Analytics View (insight into your overall fitness performance and stats)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[Built with SwiftUI]</a:t>
            </a:r>
            <a:endParaRPr sz="1500"/>
          </a:p>
        </p:txBody>
      </p:sp>
      <p:pic>
        <p:nvPicPr>
          <p:cNvPr id="62" name="Google Shape;62;p14" title="Screenshot 2026-04-29 at 6.55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521" y="86425"/>
            <a:ext cx="1299624" cy="282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Screenshot 2026-04-29 at 6.55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1325" y="86425"/>
            <a:ext cx="1299624" cy="282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Screenshot 2026-04-29 at 6.55.4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1925" y="86425"/>
            <a:ext cx="1299624" cy="282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Screenshot 2026-04-29 at 6.55.5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1550" y="2063850"/>
            <a:ext cx="1299624" cy="282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Screenshot 2026-04-29 at 6.55.59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1763" y="2139475"/>
            <a:ext cx="1299624" cy="282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Our main model objects are </a:t>
            </a:r>
            <a:r>
              <a:rPr b="1" lang="en"/>
              <a:t>Workout</a:t>
            </a:r>
            <a:r>
              <a:rPr lang="en"/>
              <a:t>, which includes one or multiple </a:t>
            </a:r>
            <a:r>
              <a:rPr b="1" lang="en"/>
              <a:t>Exercises</a:t>
            </a:r>
            <a:r>
              <a:rPr lang="en"/>
              <a:t>, which includes multiple </a:t>
            </a:r>
            <a:r>
              <a:rPr b="1" lang="en"/>
              <a:t>SetEntry</a:t>
            </a:r>
            <a:r>
              <a:rPr lang="en"/>
              <a:t>’s</a:t>
            </a:r>
            <a:r>
              <a:rPr lang="en"/>
              <a:t>, and finally an independent </a:t>
            </a:r>
            <a:r>
              <a:rPr b="1" lang="en"/>
              <a:t>BodyMeasurement</a:t>
            </a:r>
            <a:r>
              <a:rPr lang="en"/>
              <a:t> object.</a:t>
            </a:r>
            <a:endParaRPr/>
          </a:p>
        </p:txBody>
      </p:sp>
      <p:pic>
        <p:nvPicPr>
          <p:cNvPr id="73" name="Google Shape;73;p15" title="Screenshot 2026-04-30 at 1.02.4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00" y="2571750"/>
            <a:ext cx="4527599" cy="208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Screenshot 2026-04-30 at 1.02.5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025" y="144374"/>
            <a:ext cx="3869701" cy="17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Screenshot 2026-04-30 at 1.03.2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9750" y="1349775"/>
            <a:ext cx="3594250" cy="370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ViewModels (Controllers)</a:t>
            </a:r>
            <a:endParaRPr/>
          </a:p>
        </p:txBody>
      </p:sp>
      <p:pic>
        <p:nvPicPr>
          <p:cNvPr id="81" name="Google Shape;81;p16" title="Screenshot 2026-04-30 at 12.58.5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040201" cy="369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6-04-30 at 12.59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1900" y="1267500"/>
            <a:ext cx="4627549" cy="336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0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Features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39475" y="1505475"/>
            <a:ext cx="3095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Core Motion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89" name="Google Shape;89;p17" title="Screenshot 2026-04-30 at 1.06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950" y="872775"/>
            <a:ext cx="4909174" cy="38541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539475" y="2132775"/>
            <a:ext cx="2370000" cy="18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Records current steps taken and records it in the ‘New Workout’ window of the WorkoutView.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498050" y="1474425"/>
            <a:ext cx="3095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Core Haptics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96" name="Google Shape;96;p18" title="Screenshot 2026-04-30 at 1.07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750" y="81388"/>
            <a:ext cx="4472626" cy="49807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498050" y="2112075"/>
            <a:ext cx="2338800" cy="21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Gives vibrational feedback when certain actions are performed, like saving a workout or adding an exercise.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430225" y="356925"/>
            <a:ext cx="74175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CoreGraphics/Charts &amp; Persistent Storage 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103" name="Google Shape;103;p19" title="Screenshot 2026-04-30 at 1.12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25" y="984800"/>
            <a:ext cx="4339951" cy="39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Screenshot 2026-04-30 at 1.12.5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175" y="977050"/>
            <a:ext cx="4339951" cy="3401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